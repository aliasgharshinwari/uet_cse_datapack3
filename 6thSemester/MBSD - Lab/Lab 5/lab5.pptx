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3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019-1668-49B6-870C-FE9033CC6AF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91041-FB22-4229-A40B-C519430D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027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019-1668-49B6-870C-FE9033CC6AF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91041-FB22-4229-A40B-C519430D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001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019-1668-49B6-870C-FE9033CC6AF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91041-FB22-4229-A40B-C519430D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860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019-1668-49B6-870C-FE9033CC6AF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91041-FB22-4229-A40B-C519430D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56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019-1668-49B6-870C-FE9033CC6AF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91041-FB22-4229-A40B-C519430D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927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019-1668-49B6-870C-FE9033CC6AF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91041-FB22-4229-A40B-C519430D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14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019-1668-49B6-870C-FE9033CC6AF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91041-FB22-4229-A40B-C519430D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79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019-1668-49B6-870C-FE9033CC6AF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91041-FB22-4229-A40B-C519430D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08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019-1668-49B6-870C-FE9033CC6AF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91041-FB22-4229-A40B-C519430D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252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019-1668-49B6-870C-FE9033CC6AF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91041-FB22-4229-A40B-C519430D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08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019-1668-49B6-870C-FE9033CC6AF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391041-FB22-4229-A40B-C519430D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93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98019-1668-49B6-870C-FE9033CC6AFC}" type="datetimeFigureOut">
              <a:rPr lang="en-US" smtClean="0"/>
              <a:t>3/20/2024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391041-FB22-4229-A40B-C519430D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31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/>
              <a:t>Interfacing Seven Segment Display to 8051 Development kit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514109"/>
            <a:ext cx="10515600" cy="662854"/>
          </a:xfrm>
        </p:spPr>
        <p:txBody>
          <a:bodyPr/>
          <a:lstStyle/>
          <a:p>
            <a:pPr algn="ctr"/>
            <a:r>
              <a:rPr lang="en-US" b="1" dirty="0" err="1" smtClean="0"/>
              <a:t>Engr.Shahzada</a:t>
            </a:r>
            <a:r>
              <a:rPr lang="en-US" b="1" dirty="0" smtClean="0"/>
              <a:t> Fahim Jan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7347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/>
              <a:t>7-segment Display.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</a:t>
            </a:r>
            <a:r>
              <a:rPr lang="en-US" i="1" dirty="0"/>
              <a:t>7-segment display</a:t>
            </a:r>
            <a:r>
              <a:rPr lang="en-US" dirty="0"/>
              <a:t>, also written as “seven segment display”, consists of seven LEDs (hence its name) arranged in a rectangular fashion as </a:t>
            </a:r>
            <a:r>
              <a:rPr lang="en-US" dirty="0" smtClean="0"/>
              <a:t>shown.</a:t>
            </a:r>
          </a:p>
          <a:p>
            <a:r>
              <a:rPr lang="en-US" dirty="0"/>
              <a:t>Each of the seven LEDs is called a segment because when illuminated the segment forms part of a numerical </a:t>
            </a:r>
            <a:r>
              <a:rPr lang="en-US" dirty="0" smtClean="0"/>
              <a:t>digit to </a:t>
            </a:r>
            <a:r>
              <a:rPr lang="en-US" dirty="0"/>
              <a:t>be displayed.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001294"/>
            <a:ext cx="1257475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861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 </a:t>
            </a:r>
            <a:r>
              <a:rPr lang="en-US" sz="3100" b="1" u="sng" dirty="0"/>
              <a:t>two types of LED 7-segment display called: Common Cathode (CC) and Common Anode (CA).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The Common Cathode (CC) – In the common cathode display, all the cathode connections of the LED segments are joined together to logic “0” or ground. The individual segments are illuminated by application of a “HIGH”, or logic “1” signal via a current limiting resistor to forward bias the individual Anode terminals (a-g</a:t>
            </a:r>
            <a:r>
              <a:rPr lang="en-US" dirty="0" smtClean="0"/>
              <a:t>).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" y="3844581"/>
            <a:ext cx="5134692" cy="246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926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2. The Common Anode (CA) – In the common anode display, all the anode connections of the LED segments are joined together to logic “1”. The individual segments are illuminated by applying a ground, logic “0” or “LOW” signal via a suitable current limiting resistor to the Cathode of the particular segment (a-g</a:t>
            </a:r>
            <a:r>
              <a:rPr lang="en-US" dirty="0" smtClean="0"/>
              <a:t>).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93469"/>
            <a:ext cx="5287113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882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995" y="2614498"/>
            <a:ext cx="6516009" cy="1999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795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96957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045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14975"/>
            <a:ext cx="10041806" cy="3452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731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690688"/>
            <a:ext cx="7854367" cy="425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2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7"/>
            <a:ext cx="9964539" cy="4031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316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76869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602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690687"/>
            <a:ext cx="11000593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35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u="sng" dirty="0" smtClean="0"/>
              <a:t>Tasks: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1) Run all the program given in the lecture</a:t>
            </a:r>
          </a:p>
          <a:p>
            <a:r>
              <a:rPr lang="en-US" dirty="0" smtClean="0"/>
              <a:t>2) Display different digits on the Seven Segment Display</a:t>
            </a:r>
          </a:p>
          <a:p>
            <a:r>
              <a:rPr lang="en-US" dirty="0" smtClean="0"/>
              <a:t>3) Display digits from 0 to F on Seven Segment Display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Hint: Use 7-segment common Anode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778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270</Words>
  <Application>Microsoft Office PowerPoint</Application>
  <PresentationFormat>Widescreen</PresentationFormat>
  <Paragraphs>13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Interfacing Seven Segment Display to 8051 Development kit</vt:lpstr>
      <vt:lpstr>7-segment Display.</vt:lpstr>
      <vt:lpstr> two types of LED 7-segment display called: Common Cathode (CC) and Common Anode (CA).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Interfacing Seven Segment Display to 8051 Development kit</dc:title>
  <dc:creator>Shahzada Fahim Jan</dc:creator>
  <cp:lastModifiedBy>Shahzada Fahim Jan</cp:lastModifiedBy>
  <cp:revision>34</cp:revision>
  <dcterms:created xsi:type="dcterms:W3CDTF">2024-03-04T17:36:22Z</dcterms:created>
  <dcterms:modified xsi:type="dcterms:W3CDTF">2024-03-21T04:44:22Z</dcterms:modified>
</cp:coreProperties>
</file>