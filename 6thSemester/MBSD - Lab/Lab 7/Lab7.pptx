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4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22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3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5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0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1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7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55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69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1CC81-5C05-45A2-8CB1-AB6AD0B1414E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F4EA0-266C-4379-9921-1AA579098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6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Lab:07</a:t>
            </a:r>
            <a:br>
              <a:rPr lang="en-US" b="1" u="sng" dirty="0" smtClean="0"/>
            </a:br>
            <a:r>
              <a:rPr lang="en-US" u="sng" dirty="0"/>
              <a:t>Generating a PWM Waveform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PWM is an abbreviation of Pulse Width </a:t>
            </a:r>
            <a:r>
              <a:rPr lang="en-US" dirty="0" smtClean="0"/>
              <a:t>Modulation</a:t>
            </a:r>
          </a:p>
          <a:p>
            <a:r>
              <a:rPr lang="en-US" dirty="0"/>
              <a:t>Pulse width modulation is basically a square wave with a varying high and low time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45" y="3219749"/>
            <a:ext cx="6830989" cy="27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43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various terms associated with PWM: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On-Time: Duration of time signal is high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Off-Time: Duration of time signal is 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Period: It is represented as the sum of on-time and off-time of PWM signal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Duty cycle: It is represented as percentage of time signal remains on during the period of the PWM signal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22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 It is used in those engineering projects where you want an analog output. </a:t>
            </a:r>
          </a:p>
          <a:p>
            <a:r>
              <a:rPr lang="en-US" dirty="0" smtClean="0"/>
              <a:t>For example, you want to control the speed of your DC motor then you need PWM pulse. </a:t>
            </a:r>
          </a:p>
          <a:p>
            <a:r>
              <a:rPr lang="en-US" dirty="0" smtClean="0"/>
              <a:t>Using PWM signal you can move your motor at any speed from 0 to its max speed.</a:t>
            </a:r>
          </a:p>
          <a:p>
            <a:r>
              <a:rPr lang="en-US" dirty="0" smtClean="0"/>
              <a:t> Similarly suppose you want to dim your LED light, again you will use PWM pulse.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63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Period</a:t>
            </a:r>
          </a:p>
          <a:p>
            <a:r>
              <a:rPr lang="en-US" smtClean="0"/>
              <a:t>Suppose T</a:t>
            </a:r>
            <a:r>
              <a:rPr lang="en-US" baseline="-25000" smtClean="0"/>
              <a:t>on</a:t>
            </a:r>
            <a:r>
              <a:rPr lang="en-US" dirty="0"/>
              <a:t> denotes the on-time and </a:t>
            </a:r>
            <a:r>
              <a:rPr lang="en-US" dirty="0" err="1"/>
              <a:t>T</a:t>
            </a:r>
            <a:r>
              <a:rPr lang="en-US" baseline="-25000" dirty="0" err="1"/>
              <a:t>off</a:t>
            </a:r>
            <a:r>
              <a:rPr lang="en-US" dirty="0"/>
              <a:t> denotes the off time of signal. </a:t>
            </a:r>
          </a:p>
          <a:p>
            <a:r>
              <a:rPr lang="en-US" dirty="0"/>
              <a:t>Duty Cycle</a:t>
            </a:r>
          </a:p>
          <a:p>
            <a:r>
              <a:rPr lang="en-US" dirty="0"/>
              <a:t>Duty cycle is calculated as on-time to the period of time. Using the period calculated above,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3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Generate a signal of 500 Hz with duty </a:t>
            </a:r>
            <a:r>
              <a:rPr lang="en-US" dirty="0" err="1" smtClean="0"/>
              <a:t>cycl</a:t>
            </a:r>
            <a:r>
              <a:rPr lang="en-US" dirty="0" smtClean="0"/>
              <a:t> 40%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u="sng" dirty="0"/>
              <a:t>CALCULATIONS:</a:t>
            </a:r>
            <a:endParaRPr lang="en-US" b="1" dirty="0"/>
          </a:p>
          <a:p>
            <a:r>
              <a:rPr lang="en-US" dirty="0"/>
              <a:t>As we have given frequency </a:t>
            </a:r>
            <a:r>
              <a:rPr lang="en-US" dirty="0" smtClean="0"/>
              <a:t>=</a:t>
            </a:r>
            <a:r>
              <a:rPr lang="en-US" b="1" dirty="0"/>
              <a:t>5</a:t>
            </a:r>
            <a:r>
              <a:rPr lang="en-US" b="1" dirty="0" smtClean="0"/>
              <a:t>00Hz</a:t>
            </a:r>
            <a:endParaRPr lang="en-US" dirty="0"/>
          </a:p>
          <a:p>
            <a:r>
              <a:rPr lang="en-US" dirty="0"/>
              <a:t>We know that Time period </a:t>
            </a:r>
            <a:r>
              <a:rPr lang="en-US" b="1" dirty="0"/>
              <a:t>(T)=1/f</a:t>
            </a:r>
            <a:endParaRPr lang="en-US" dirty="0"/>
          </a:p>
          <a:p>
            <a:r>
              <a:rPr lang="en-US" b="1" dirty="0" smtClean="0"/>
              <a:t>T=1/500=0.002</a:t>
            </a:r>
            <a:r>
              <a:rPr lang="en-US" dirty="0" smtClean="0"/>
              <a:t> </a:t>
            </a:r>
            <a:r>
              <a:rPr lang="en-US" dirty="0"/>
              <a:t>or</a:t>
            </a:r>
            <a:r>
              <a:rPr lang="en-US" b="1" dirty="0"/>
              <a:t> </a:t>
            </a:r>
            <a:r>
              <a:rPr lang="en-US" b="1" dirty="0" smtClean="0"/>
              <a:t>2ms</a:t>
            </a:r>
            <a:endParaRPr lang="en-US" dirty="0"/>
          </a:p>
          <a:p>
            <a:r>
              <a:rPr lang="en-US" dirty="0"/>
              <a:t>Now we know that duty cycle=uptime/total time</a:t>
            </a:r>
          </a:p>
          <a:p>
            <a:r>
              <a:rPr lang="en-US" dirty="0"/>
              <a:t>Duty cycle=</a:t>
            </a:r>
            <a:r>
              <a:rPr lang="en-US" b="1" dirty="0"/>
              <a:t>40% or 0.4</a:t>
            </a:r>
            <a:endParaRPr lang="en-US" dirty="0"/>
          </a:p>
          <a:p>
            <a:r>
              <a:rPr lang="en-US" b="1" dirty="0" smtClean="0"/>
              <a:t>0.4=uptime/0.002</a:t>
            </a:r>
            <a:endParaRPr lang="en-US" dirty="0"/>
          </a:p>
          <a:p>
            <a:r>
              <a:rPr lang="en-US" dirty="0" smtClean="0"/>
              <a:t>Uptime=</a:t>
            </a:r>
            <a:r>
              <a:rPr lang="en-US" b="1" dirty="0" smtClean="0"/>
              <a:t>0.0008 </a:t>
            </a:r>
            <a:r>
              <a:rPr lang="en-US" b="1" dirty="0"/>
              <a:t>or </a:t>
            </a:r>
            <a:r>
              <a:rPr lang="en-US" b="1" dirty="0" smtClean="0"/>
              <a:t>800micros</a:t>
            </a:r>
            <a:endParaRPr lang="en-US" dirty="0"/>
          </a:p>
          <a:p>
            <a:r>
              <a:rPr lang="en-US" b="1" dirty="0"/>
              <a:t>As total time </a:t>
            </a:r>
            <a:r>
              <a:rPr lang="en-US" b="1" dirty="0" smtClean="0"/>
              <a:t>=2ms </a:t>
            </a:r>
            <a:r>
              <a:rPr lang="en-US" b="1" dirty="0"/>
              <a:t>so the we have uptime of </a:t>
            </a:r>
            <a:r>
              <a:rPr lang="en-US" b="1" dirty="0" smtClean="0"/>
              <a:t>800micrs </a:t>
            </a:r>
            <a:r>
              <a:rPr lang="en-US" b="1" dirty="0"/>
              <a:t>and then </a:t>
            </a:r>
            <a:r>
              <a:rPr lang="en-US" b="1" dirty="0" smtClean="0"/>
              <a:t>1200mics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53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2450"/>
            <a:ext cx="6326875" cy="438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9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6613478" cy="437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3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63132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8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TASKS: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1) Generate a signal of 500Hz with 40% duty cycle</a:t>
            </a:r>
          </a:p>
          <a:p>
            <a:r>
              <a:rPr lang="en-US" dirty="0" smtClean="0"/>
              <a:t>2) Generate a signal of 600Hz with 60% duty cycle  on P1.3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Hint: use timer</a:t>
            </a:r>
          </a:p>
          <a:p>
            <a:pPr marL="0" indent="0">
              <a:buNone/>
            </a:pPr>
            <a:r>
              <a:rPr lang="en-US" dirty="0" smtClean="0"/>
              <a:t> 3) Generate a signal of 100Hz with 40% duty cycle on P1.2 When a  user presses a button at P2.3 the signal change to 300Hz with </a:t>
            </a:r>
            <a:r>
              <a:rPr lang="en-US" dirty="0" smtClean="0"/>
              <a:t>60</a:t>
            </a:r>
            <a:r>
              <a:rPr lang="en-US" dirty="0" smtClean="0"/>
              <a:t>% duty cycle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Button pressed means Press and release.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52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335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Lab:07 Generating a PWM Waveform</vt:lpstr>
      <vt:lpstr>PowerPoint Presentation</vt:lpstr>
      <vt:lpstr>PowerPoint Presentation</vt:lpstr>
      <vt:lpstr>PowerPoint Presentation</vt:lpstr>
      <vt:lpstr>Generate a signal of 500 Hz with duty cycl 40%</vt:lpstr>
      <vt:lpstr>PowerPoint Presentation</vt:lpstr>
      <vt:lpstr>PowerPoint Presentation</vt:lpstr>
      <vt:lpstr>PowerPoint Presentation</vt:lpstr>
      <vt:lpstr>TASKS: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Lab:07</dc:title>
  <dc:creator>Shahzada Fahim Jan</dc:creator>
  <cp:lastModifiedBy>Shahzada Fahim Jan</cp:lastModifiedBy>
  <cp:revision>43</cp:revision>
  <dcterms:created xsi:type="dcterms:W3CDTF">2024-03-20T19:27:39Z</dcterms:created>
  <dcterms:modified xsi:type="dcterms:W3CDTF">2024-04-18T16:26:15Z</dcterms:modified>
</cp:coreProperties>
</file>